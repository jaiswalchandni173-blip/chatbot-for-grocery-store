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0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E3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E3B1F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/home/claude/grocery_ppt/icons/robot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686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Grocery Store Assistant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Conversational Action for retail customer support, built on IBM watsonx Assistant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shopping  ·  Payment assistance  ·  Returns handling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DBEA3-D397-25FA-950C-2C2F43190055}"/>
              </a:ext>
            </a:extLst>
          </p:cNvPr>
          <p:cNvSpPr txBox="1"/>
          <p:nvPr/>
        </p:nvSpPr>
        <p:spPr>
          <a:xfrm>
            <a:off x="822960" y="4661654"/>
            <a:ext cx="301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Name: Chandni Jaiswal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761BA-E352-DF08-80A4-105FCF27C996}"/>
              </a:ext>
            </a:extLst>
          </p:cNvPr>
          <p:cNvSpPr txBox="1"/>
          <p:nvPr/>
        </p:nvSpPr>
        <p:spPr>
          <a:xfrm>
            <a:off x="822960" y="5025628"/>
            <a:ext cx="2103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95000"/>
                  </a:schemeClr>
                </a:solidFill>
              </a:rPr>
              <a:t>Reg No.: 12506984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is a rule-based conversational action built with IBM watsonx Assistant Lite. It listens for a customer query and routes the conversation through decision-tree logic to answer product, payment, and return questions instantly — no human agent required.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4231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9AA79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74520" y="278892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grocery_ppt/icons/c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304495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Products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shoppers to the right aisle by category — produce, dairy, meat &amp; seafood, pantry.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34840" y="24231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9AA79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60720" y="278892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grocery_ppt/icons/c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304495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Support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UPI, card, and cash options so checkout never causes confusion.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24231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/>
          <a:effectLst>
            <a:outerShdw blurRad="76200" dist="25400" dir="5400000" algn="bl" rotWithShape="0">
              <a:srgbClr val="9AA79A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646920" y="278892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grocery_ppt/icons/und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304495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Handling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95360" y="4434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return-window policy instantly, without a trip to the service desk.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Conversation 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the same way, then branches by intent using condition logic in the Action editor.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828800"/>
            <a:ext cx="2286000" cy="68580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37760" y="1828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"I have a Query"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80760" y="2514600"/>
            <a:ext cx="0" cy="41148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09160" y="2926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"What do you want to ask?"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/home/claude/grocery_ppt/icons/cart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2336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Product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080760" y="352044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09160" y="38404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grocery_ppt/icons/card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02336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9966960" y="352044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595360" y="38404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5875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grocery_ppt/icons/undo_for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0" y="40233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384048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2194560" y="475488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31520" y="50749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E3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6080760" y="475488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617720" y="50749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E3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9966960" y="4754880"/>
            <a:ext cx="0" cy="32004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503920" y="50749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1E3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/>
          <p:nvPr/>
        </p:nvSpPr>
        <p:spPr>
          <a:xfrm>
            <a:off x="73152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menu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categories)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461772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menu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(UPI / Card / Cash)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503920" y="5074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window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instantly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Customers to Products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intent = "Buying Product," the bot asks for a category, then replies with aisle guidance conditioned on the exact product chosen.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90472" y="214884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grocery_ppt/icons/carr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31343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→ “Fresh Fruits on the way in row 1.”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→ “Fresh Fruits on the way in row 2.”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8745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70832" y="214884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grocery_ppt/icons/mil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31343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11880" y="3657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“Dairy product and milk product — you can find it in the freezer area.”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18745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251192" y="214884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grocery_ppt/icons/fi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31343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&amp; Seafood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3657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 → “Yay! Fresh meat is freezer area.”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 → “Oops! This product is currently unavailable.”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89720" y="187452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0131552" y="2148840"/>
            <a:ext cx="768096" cy="768096"/>
          </a:xfrm>
          <a:prstGeom prst="ellipse">
            <a:avLst/>
          </a:prstGeom>
          <a:solidFill>
            <a:srgbClr val="97BC6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grocery_ppt/icons/brea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31343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&amp; Dry Goods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72600" y="3657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“Exciting offer is going on for this category product.”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Frictionless Checkout Guidance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asks "Which method you want to opt for?" — the response is conditioned on the exact answer.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E3B1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20240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grocery_ppt/icons/qrcod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27249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“Scan the QR and enjoy Shopping.”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E3B1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15000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grocery_ppt/icons/card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724912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4206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“Machine is present in the counter. Tap and Shop.”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E3B1F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9509760" y="2468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grocery_ppt/icons/cash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28" y="2724912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657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03920" y="42062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to the payment counter for cash payment.”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Returns, Answered Instantly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intent = "Return," step 15 replies with the store’s return-window policy and closes the action.</a:t>
            </a:r>
            <a:endParaRPr lang="en-US" sz="1450" dirty="0"/>
          </a:p>
        </p:txBody>
      </p:sp>
      <p:pic>
        <p:nvPicPr>
          <p:cNvPr id="4" name="Image 0" descr="/home/claude/grocery_ppt/icons/check_m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194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service-desk queue for a simple policy question</a:t>
            </a:r>
            <a:endParaRPr lang="en-US" sz="1300" dirty="0"/>
          </a:p>
        </p:txBody>
      </p:sp>
      <p:pic>
        <p:nvPicPr>
          <p:cNvPr id="6" name="Image 1" descr="/home/claude/grocery_ppt/icons/check_m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6974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697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always-on messaging — same answer every time</a:t>
            </a:r>
            <a:endParaRPr lang="en-US" sz="1300" dirty="0"/>
          </a:p>
        </p:txBody>
      </p:sp>
      <p:pic>
        <p:nvPicPr>
          <p:cNvPr id="8" name="Image 2" descr="/home/claude/grocery_ppt/icons/check_m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the action complete, ending the conversation cleanly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955280" y="2011680"/>
            <a:ext cx="3566160" cy="3017520"/>
          </a:xfrm>
          <a:prstGeom prst="roundRect">
            <a:avLst>
              <a:gd name="adj" fmla="val 424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/home/claude/grocery_ppt/icons/cloc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33172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5528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12–2 PM</a:t>
            </a:r>
            <a:endParaRPr lang="en-US" sz="4000" dirty="0"/>
          </a:p>
        </p:txBody>
      </p:sp>
      <p:sp>
        <p:nvSpPr>
          <p:cNvPr id="13" name="Text 7"/>
          <p:cNvSpPr/>
          <p:nvPr/>
        </p:nvSpPr>
        <p:spPr>
          <a:xfrm>
            <a:off x="795528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window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(afternoon)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the watsonx Assistant Action Editor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pairs a condition (variable = value) with an assistant response. This example fires when Payment = Card, telling the shopper to tap at the counter machine.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434840"/>
          </a:xfrm>
          <a:prstGeom prst="roundRect">
            <a:avLst>
              <a:gd name="adj" fmla="val 1237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grocery_ppt/shot_c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20240"/>
            <a:ext cx="107899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No-Code Action Bot Works Here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6687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grocery_ppt/icons/ch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8745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product, payment, and return questions any time the store is open — or closed.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137160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263640" y="16687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grocery_ppt/icons/c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Decision Tree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086600" y="187452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conditions (intent → category → item) keep responses precise and relevant.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8346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77240" y="31318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grocery_ppt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28726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visually in watsonx Assistant Lite — no custom backend code required.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283464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EDF3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6263640" y="31318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/home/claude/grocery_ppt/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328726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29718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086600" y="33375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categories, payment types, or policies are added as new conditioned steps.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Store Chatbot  ·  IBM watsonx Assistant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1E3B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34440" y="18928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inventory so aisle &amp; stock answers update in real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2491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multi-language support for a wider customer base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4381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234440" y="331927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to a human agent for complex or unresolved queries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15137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34440" y="40325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conversations to spot the most common shopper questions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655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Chandni Jaiswal</cp:lastModifiedBy>
  <cp:revision>2</cp:revision>
  <dcterms:created xsi:type="dcterms:W3CDTF">2026-09-05T05:40:37Z</dcterms:created>
  <dcterms:modified xsi:type="dcterms:W3CDTF">2026-09-05T05:51:01Z</dcterms:modified>
</cp:coreProperties>
</file>